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Обновление: GraphQL 13 + Stitching → GraphQL 15 +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_Цель_: показать, почему и как мигрировать со Stitching на Fusion, практические шаги и риски.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Agenda (30m)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- Вступление и цель — 1:30</a:t>
            </a:r>
            <a:br/>
            <a:r>
              <a:t>- Stitching — 3:00</a:t>
            </a:r>
            <a:br/>
            <a:r>
              <a:t>- Fusion — основы и терминология — 7:30</a:t>
            </a:r>
            <a:br/>
            <a:r>
              <a:t>- Как Fusion склеивает типы — 4:00</a:t>
            </a:r>
            <a:br/>
            <a:r>
              <a:t>- Практическая миграция — 5:00</a:t>
            </a:r>
            <a:br/>
            <a:r>
              <a:t>- Риски, тесты, мониторинг — 4:00</a:t>
            </a:r>
            <a:br/>
            <a:r>
              <a:t>- Q&amp;A / Grill-me — 2:00</a:t>
            </a:r>
            <a:br/>
            <a:r>
              <a:t>- Итоги и next steps — 0:30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Вступление — цель презентации (0:30)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- Почему мигрируем: уменьшить ручной боилерплейт, упростить интеграцию схем, улучшить консистентность.</a:t>
            </a:r>
            <a:br/>
            <a:r>
              <a:t>- Что ожидаем: меньше ручных резолверов, автоматическое связывание типов, требования к согласованности схем.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Stitching — кратко (3:00)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- Концепция: «возьми этот резолвер и приклей его к типу».</a:t>
            </a:r>
            <a:br/>
            <a:r>
              <a:t>- Управление резолверами вручную, явная делегация запросов.</a:t>
            </a:r>
            <a:br/>
            <a:r>
              <a:t>Notes:</a:t>
            </a:r>
            <a:br/>
            <a:r>
              <a:t>- Показать небольшой пример: remote schema + добавленный resolver для поля `user.profile`.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Fusion — основные идеи (4:00)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- Fusion склеивает одинаковые типы между схемами по имени.</a:t>
            </a:r>
            <a:br/>
            <a:r>
              <a:t>- Подход: не привязывать резолверы вручную, а объявлять источники данных (lookup'ы).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Терминология Fusion (3:30)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- `lookup` — query, которая возвращает тип (в Fusion это lookup).</a:t>
            </a:r>
            <a:br/>
            <a:r>
              <a:t>- `inner` lookup — невидимы внешнему потребителю, используются только внутри Fusion.</a:t>
            </a:r>
            <a:br/>
            <a:r>
              <a:t>- `external` lookup — видимы всем, authoritative источник данных.</a:t>
            </a:r>
            <a:br/>
            <a:r>
              <a:t>Notes:</a:t>
            </a:r>
            <a:br/>
            <a:r>
              <a:t>- Объяснить разницу на диаграмме: источники → Fusion → объединённая схема.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Как Fusion выбирает lookup (4:00)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- Fusion смотрит, какие данные запрашиваются клиентом, и выбирает подходящий lookup.</a:t>
            </a:r>
            <a:br/>
            <a:r>
              <a:t>- Самостоятельно решает, какой lookup использовать (external/inner) для заполнения полей.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Как Fusion склеивает одинаковые типы (4:00)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1. Находит одинаковые названия типов в разных схемах.</a:t>
            </a:r>
            <a:br/>
            <a:r>
              <a:t>2. Сравнивает свойства полей (имя и тип).</a:t>
            </a:r>
            <a:br/>
            <a:r>
              <a:t>3. Если свойства совпадают — берёт `external` lookup и заполняет поля для `inner` lookup.</a:t>
            </a:r>
            <a:br/>
            <a:r>
              <a:t>4. Мы можем обратиться к этим lookup'ам и использовать результаты в inner резолверах.</a:t>
            </a:r>
            <a:br/>
            <a:r>
              <a:t>Notes:</a:t>
            </a:r>
            <a:br/>
            <a:r>
              <a:t>- Подчеркнуть: согласованность имен и типов критична.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Пример (демо) — схема и запрос (2:30)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```graphql</a:t>
            </a:r>
            <a:br/>
            <a:r>
              <a:t># Источник A</a:t>
            </a:r>
            <a:br/>
            <a:r>
              <a:t>type User { id: ID!, name: String }</a:t>
            </a:r>
            <a:br/>
            <a:r>
              <a:t>query { userById(id: ID!): User }</a:t>
            </a:r>
            <a:br/>
            <a:r>
              <a:t># Источник B</a:t>
            </a:r>
            <a:br/>
            <a:r>
              <a:t>type User { id: ID!, email: String }</a:t>
            </a:r>
            <a:br/>
            <a:r>
              <a:t>query { userEmailById(id: ID!): User }</a:t>
            </a:r>
            <a:br/>
            <a:r>
              <a:t>```</a:t>
            </a:r>
            <a:br/>
            <a:r>
              <a:t>Коротко: Fusion увидит `User` в обоих источниках, сравнит поля и составит unified `User`.</a:t>
            </a:r>
            <a:br/>
            <a:r>
              <a:t>Пример lookup'ов: `userById` (external), `userEmailById` (inner/external в зависимости от конфига).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Практическая миграция — шаги (5:00)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1. Проанализировать текущие stitching-резолверы и список типов.</a:t>
            </a:r>
            <a:br/>
            <a:r>
              <a:t>2. Выделить одинаковые типы и определить authoritative sources (`external`).</a:t>
            </a:r>
            <a:br/>
            <a:r>
              <a:t>3. Настроить Fusion-конфиги (lookup'ы, маппинги, приоритеты).</a:t>
            </a:r>
            <a:br/>
            <a:r>
              <a:t>4. Добавить контрактные тесты схем и интеграционные запросы.</a:t>
            </a:r>
            <a:br/>
            <a:r>
              <a:t>5. Запустить пилот в staging, мониторить, откат через feature-flag.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Demo checklist (2:00)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- Подготовить 2 запросa: один с полями только из inner, второй — смешанные.</a:t>
            </a:r>
            <a:br/>
            <a:r>
              <a:t>- Проверить выбор lookup'а и логирование.</a:t>
            </a:r>
            <a:br/>
            <a:r>
              <a:t>- Проверить сценарии отказа external lookup.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Риски и mitigations (2:30)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- Конфликты свойств: привести схемы к совместимости или задать явные трансформации.</a:t>
            </a:r>
            <a:br/>
            <a:r>
              <a:t>- Неожиданный выбор lookup'а: логирование, трассировка, явное указание authoritative.</a:t>
            </a:r>
            <a:br/>
            <a:r>
              <a:t>- Авторизация: убедиться, что правила применяются на уровне lookup/resolver.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Тесты и мониторинг (1:30)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- Контрактные тесты схем (CI) на совпадение полей/типов.</a:t>
            </a:r>
            <a:br/>
            <a:r>
              <a:t>- Трассировка lookup'ов, latency, error rates.</a:t>
            </a:r>
            <a:br/>
            <a:r>
              <a:t>- DataLoader/кэширование для борьбы с N+1.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Grill-me / Q&amp;A (2:00)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- Как Fusion решает конфликт типов? — Требуется ручная конфигурация или authoritative lookup.</a:t>
            </a:r>
            <a:br/>
            <a:r>
              <a:t>- Что если external недоступен? — Настроить fallback или graceful degradation.</a:t>
            </a:r>
            <a:br/>
            <a:r>
              <a:t>- Как дебажить источник поля? — Включить трассировку lookup'ов и логирование выбора.</a:t>
            </a:r>
            <a:br/>
            <a:r>
              <a:t>- Можно ли комбинировать Stitching и Fusion? — Да, поэтапная миграция возможна.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Итоги и следующие шаги (0:30)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- Подготовить список типов и authoritative sources.</a:t>
            </a:r>
            <a:br/>
            <a:r>
              <a:t>- Настроить feature-flag и пилот на staging.</a:t>
            </a:r>
            <a:br/>
            <a:r>
              <a:t>- Ответственный: (имя), дедлайн: (дата).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Appendix: Cheatsheet для команды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- `lookup` = query → returns type</a:t>
            </a:r>
            <a:br/>
            <a:r>
              <a:t>- `inner` vs `external` — видимость</a:t>
            </a:r>
            <a:br/>
            <a:r>
              <a:t>- Fusion выбирает lookup по запрашиваемым полям</a:t>
            </a:r>
            <a:br/>
            <a:r>
              <a:t>- При несовпадении типов — ручная конфигурация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_Файлы_: добавить примеры конфигов и демо-скрипты при необходимости.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